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863F71-59EF-4572-AD5E-22E388782D8C}" v="3" dt="2025-12-12T16:02:38.9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67" y="7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el Munemo" userId="c8f7f69a-b9a9-45d4-a8a0-957e0b9dc3c4" providerId="ADAL" clId="{AC6B2B24-E026-4245-B55A-BA2C961258B8}"/>
    <pc:docChg chg="custSel addSld modSld">
      <pc:chgData name="Ashel Munemo" userId="c8f7f69a-b9a9-45d4-a8a0-957e0b9dc3c4" providerId="ADAL" clId="{AC6B2B24-E026-4245-B55A-BA2C961258B8}" dt="2025-12-12T16:17:41.327" v="3350" actId="20577"/>
      <pc:docMkLst>
        <pc:docMk/>
      </pc:docMkLst>
      <pc:sldChg chg="modSp mod">
        <pc:chgData name="Ashel Munemo" userId="c8f7f69a-b9a9-45d4-a8a0-957e0b9dc3c4" providerId="ADAL" clId="{AC6B2B24-E026-4245-B55A-BA2C961258B8}" dt="2025-12-07T13:42:00.100" v="49" actId="20577"/>
        <pc:sldMkLst>
          <pc:docMk/>
          <pc:sldMk cId="895336015" sldId="256"/>
        </pc:sldMkLst>
        <pc:spChg chg="mod">
          <ac:chgData name="Ashel Munemo" userId="c8f7f69a-b9a9-45d4-a8a0-957e0b9dc3c4" providerId="ADAL" clId="{AC6B2B24-E026-4245-B55A-BA2C961258B8}" dt="2025-12-07T13:42:00.100" v="49" actId="20577"/>
          <ac:spMkLst>
            <pc:docMk/>
            <pc:sldMk cId="895336015" sldId="256"/>
            <ac:spMk id="2" creationId="{4FAB1A95-70C7-6669-F41C-743548464BBA}"/>
          </ac:spMkLst>
        </pc:spChg>
        <pc:spChg chg="mod">
          <ac:chgData name="Ashel Munemo" userId="c8f7f69a-b9a9-45d4-a8a0-957e0b9dc3c4" providerId="ADAL" clId="{AC6B2B24-E026-4245-B55A-BA2C961258B8}" dt="2025-12-07T13:41:57.840" v="48" actId="20577"/>
          <ac:spMkLst>
            <pc:docMk/>
            <pc:sldMk cId="895336015" sldId="256"/>
            <ac:spMk id="3" creationId="{DDACB942-1413-E933-3150-0D82F2C8389F}"/>
          </ac:spMkLst>
        </pc:spChg>
      </pc:sldChg>
      <pc:sldChg chg="modSp new mod">
        <pc:chgData name="Ashel Munemo" userId="c8f7f69a-b9a9-45d4-a8a0-957e0b9dc3c4" providerId="ADAL" clId="{AC6B2B24-E026-4245-B55A-BA2C961258B8}" dt="2025-12-12T16:04:52.464" v="2546" actId="20577"/>
        <pc:sldMkLst>
          <pc:docMk/>
          <pc:sldMk cId="425297975" sldId="257"/>
        </pc:sldMkLst>
        <pc:spChg chg="mod">
          <ac:chgData name="Ashel Munemo" userId="c8f7f69a-b9a9-45d4-a8a0-957e0b9dc3c4" providerId="ADAL" clId="{AC6B2B24-E026-4245-B55A-BA2C961258B8}" dt="2025-12-12T15:14:52.481" v="148" actId="113"/>
          <ac:spMkLst>
            <pc:docMk/>
            <pc:sldMk cId="425297975" sldId="257"/>
            <ac:spMk id="2" creationId="{EEF7FFA0-77DC-EFBB-6F82-A9D38F3D32C7}"/>
          </ac:spMkLst>
        </pc:spChg>
        <pc:spChg chg="mod">
          <ac:chgData name="Ashel Munemo" userId="c8f7f69a-b9a9-45d4-a8a0-957e0b9dc3c4" providerId="ADAL" clId="{AC6B2B24-E026-4245-B55A-BA2C961258B8}" dt="2025-12-12T16:04:52.464" v="2546" actId="20577"/>
          <ac:spMkLst>
            <pc:docMk/>
            <pc:sldMk cId="425297975" sldId="257"/>
            <ac:spMk id="3" creationId="{7EDC051E-5CDC-C858-CAEE-42F1497A0F68}"/>
          </ac:spMkLst>
        </pc:spChg>
      </pc:sldChg>
      <pc:sldChg chg="modSp new mod">
        <pc:chgData name="Ashel Munemo" userId="c8f7f69a-b9a9-45d4-a8a0-957e0b9dc3c4" providerId="ADAL" clId="{AC6B2B24-E026-4245-B55A-BA2C961258B8}" dt="2025-12-12T16:17:41.327" v="3350" actId="20577"/>
        <pc:sldMkLst>
          <pc:docMk/>
          <pc:sldMk cId="4265632527" sldId="258"/>
        </pc:sldMkLst>
        <pc:spChg chg="mod">
          <ac:chgData name="Ashel Munemo" userId="c8f7f69a-b9a9-45d4-a8a0-957e0b9dc3c4" providerId="ADAL" clId="{AC6B2B24-E026-4245-B55A-BA2C961258B8}" dt="2025-12-12T15:14:36.681" v="129" actId="113"/>
          <ac:spMkLst>
            <pc:docMk/>
            <pc:sldMk cId="4265632527" sldId="258"/>
            <ac:spMk id="2" creationId="{9B3084A6-5BFA-A7C5-6EB3-14E1A46B7C3E}"/>
          </ac:spMkLst>
        </pc:spChg>
        <pc:spChg chg="mod">
          <ac:chgData name="Ashel Munemo" userId="c8f7f69a-b9a9-45d4-a8a0-957e0b9dc3c4" providerId="ADAL" clId="{AC6B2B24-E026-4245-B55A-BA2C961258B8}" dt="2025-12-12T16:17:41.327" v="3350" actId="20577"/>
          <ac:spMkLst>
            <pc:docMk/>
            <pc:sldMk cId="4265632527" sldId="258"/>
            <ac:spMk id="3" creationId="{68BCEDDF-841F-E21B-1715-9D3E0EDE98B1}"/>
          </ac:spMkLst>
        </pc:spChg>
      </pc:sldChg>
      <pc:sldChg chg="addSp modSp new mod">
        <pc:chgData name="Ashel Munemo" userId="c8f7f69a-b9a9-45d4-a8a0-957e0b9dc3c4" providerId="ADAL" clId="{AC6B2B24-E026-4245-B55A-BA2C961258B8}" dt="2025-12-12T15:43:13.488" v="1324" actId="14100"/>
        <pc:sldMkLst>
          <pc:docMk/>
          <pc:sldMk cId="2220925335" sldId="259"/>
        </pc:sldMkLst>
        <pc:spChg chg="mod">
          <ac:chgData name="Ashel Munemo" userId="c8f7f69a-b9a9-45d4-a8a0-957e0b9dc3c4" providerId="ADAL" clId="{AC6B2B24-E026-4245-B55A-BA2C961258B8}" dt="2025-12-12T15:13:53.265" v="99" actId="20577"/>
          <ac:spMkLst>
            <pc:docMk/>
            <pc:sldMk cId="2220925335" sldId="259"/>
            <ac:spMk id="2" creationId="{15BA0761-390A-E202-98A9-C6874CBB797C}"/>
          </ac:spMkLst>
        </pc:spChg>
        <pc:spChg chg="mod">
          <ac:chgData name="Ashel Munemo" userId="c8f7f69a-b9a9-45d4-a8a0-957e0b9dc3c4" providerId="ADAL" clId="{AC6B2B24-E026-4245-B55A-BA2C961258B8}" dt="2025-12-12T15:42:30.078" v="1319" actId="14100"/>
          <ac:spMkLst>
            <pc:docMk/>
            <pc:sldMk cId="2220925335" sldId="259"/>
            <ac:spMk id="3" creationId="{B6AD8A3D-F365-0C1C-28EF-219C09B88BAD}"/>
          </ac:spMkLst>
        </pc:spChg>
        <pc:graphicFrameChg chg="add mod modGraphic">
          <ac:chgData name="Ashel Munemo" userId="c8f7f69a-b9a9-45d4-a8a0-957e0b9dc3c4" providerId="ADAL" clId="{AC6B2B24-E026-4245-B55A-BA2C961258B8}" dt="2025-12-12T15:43:13.488" v="1324" actId="14100"/>
          <ac:graphicFrameMkLst>
            <pc:docMk/>
            <pc:sldMk cId="2220925335" sldId="259"/>
            <ac:graphicFrameMk id="4" creationId="{12A8B4C3-468D-2D7D-5F63-5F73A0719C39}"/>
          </ac:graphicFrameMkLst>
        </pc:graphicFrameChg>
      </pc:sldChg>
      <pc:sldChg chg="modSp new mod">
        <pc:chgData name="Ashel Munemo" userId="c8f7f69a-b9a9-45d4-a8a0-957e0b9dc3c4" providerId="ADAL" clId="{AC6B2B24-E026-4245-B55A-BA2C961258B8}" dt="2025-12-12T15:48:38.306" v="1988" actId="20577"/>
        <pc:sldMkLst>
          <pc:docMk/>
          <pc:sldMk cId="2467535333" sldId="260"/>
        </pc:sldMkLst>
        <pc:spChg chg="mod">
          <ac:chgData name="Ashel Munemo" userId="c8f7f69a-b9a9-45d4-a8a0-957e0b9dc3c4" providerId="ADAL" clId="{AC6B2B24-E026-4245-B55A-BA2C961258B8}" dt="2025-12-12T15:12:51.625" v="73" actId="113"/>
          <ac:spMkLst>
            <pc:docMk/>
            <pc:sldMk cId="2467535333" sldId="260"/>
            <ac:spMk id="2" creationId="{E233CB7D-426E-FDB2-D26F-E76617F8660D}"/>
          </ac:spMkLst>
        </pc:spChg>
        <pc:spChg chg="mod">
          <ac:chgData name="Ashel Munemo" userId="c8f7f69a-b9a9-45d4-a8a0-957e0b9dc3c4" providerId="ADAL" clId="{AC6B2B24-E026-4245-B55A-BA2C961258B8}" dt="2025-12-12T15:48:38.306" v="1988" actId="20577"/>
          <ac:spMkLst>
            <pc:docMk/>
            <pc:sldMk cId="2467535333" sldId="260"/>
            <ac:spMk id="3" creationId="{6A6793D2-EAEF-3C57-561F-33FA65FC6500}"/>
          </ac:spMkLst>
        </pc:spChg>
      </pc:sldChg>
      <pc:sldChg chg="modSp new mod">
        <pc:chgData name="Ashel Munemo" userId="c8f7f69a-b9a9-45d4-a8a0-957e0b9dc3c4" providerId="ADAL" clId="{AC6B2B24-E026-4245-B55A-BA2C961258B8}" dt="2025-12-12T15:31:56.846" v="974" actId="20577"/>
        <pc:sldMkLst>
          <pc:docMk/>
          <pc:sldMk cId="3517103296" sldId="261"/>
        </pc:sldMkLst>
        <pc:spChg chg="mod">
          <ac:chgData name="Ashel Munemo" userId="c8f7f69a-b9a9-45d4-a8a0-957e0b9dc3c4" providerId="ADAL" clId="{AC6B2B24-E026-4245-B55A-BA2C961258B8}" dt="2025-12-12T15:12:41.498" v="65" actId="113"/>
          <ac:spMkLst>
            <pc:docMk/>
            <pc:sldMk cId="3517103296" sldId="261"/>
            <ac:spMk id="2" creationId="{196A7670-F393-C73A-DC12-1393A3483BC1}"/>
          </ac:spMkLst>
        </pc:spChg>
        <pc:spChg chg="mod">
          <ac:chgData name="Ashel Munemo" userId="c8f7f69a-b9a9-45d4-a8a0-957e0b9dc3c4" providerId="ADAL" clId="{AC6B2B24-E026-4245-B55A-BA2C961258B8}" dt="2025-12-12T15:31:56.846" v="974" actId="20577"/>
          <ac:spMkLst>
            <pc:docMk/>
            <pc:sldMk cId="3517103296" sldId="261"/>
            <ac:spMk id="3" creationId="{B0C39615-FA79-1D6C-110F-6181BF5BE75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C7EA9-90ED-0574-89B2-26149C9E0A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8AF24E4-B144-4104-FD6B-967908C8C5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D8A755C-E3A3-2C42-CCEF-A1AEE90BF04B}"/>
              </a:ext>
            </a:extLst>
          </p:cNvPr>
          <p:cNvSpPr>
            <a:spLocks noGrp="1"/>
          </p:cNvSpPr>
          <p:nvPr>
            <p:ph type="dt" sz="half" idx="10"/>
          </p:nvPr>
        </p:nvSpPr>
        <p:spPr/>
        <p:txBody>
          <a:bodyPr/>
          <a:lstStyle/>
          <a:p>
            <a:fld id="{4FA7720F-9BE0-445D-A2B1-AC50CB927187}" type="datetimeFigureOut">
              <a:rPr lang="en-GB" smtClean="0"/>
              <a:t>12/12/2025</a:t>
            </a:fld>
            <a:endParaRPr lang="en-GB"/>
          </a:p>
        </p:txBody>
      </p:sp>
      <p:sp>
        <p:nvSpPr>
          <p:cNvPr id="5" name="Footer Placeholder 4">
            <a:extLst>
              <a:ext uri="{FF2B5EF4-FFF2-40B4-BE49-F238E27FC236}">
                <a16:creationId xmlns:a16="http://schemas.microsoft.com/office/drawing/2014/main" id="{974101B7-25A1-C96C-2171-3E757414A81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47BB49A-2A5F-1423-AE8D-D87ACA308A4D}"/>
              </a:ext>
            </a:extLst>
          </p:cNvPr>
          <p:cNvSpPr>
            <a:spLocks noGrp="1"/>
          </p:cNvSpPr>
          <p:nvPr>
            <p:ph type="sldNum" sz="quarter" idx="12"/>
          </p:nvPr>
        </p:nvSpPr>
        <p:spPr/>
        <p:txBody>
          <a:bodyPr/>
          <a:lstStyle/>
          <a:p>
            <a:fld id="{19DAC388-AFC9-4DDF-95F5-F1D22AA2868E}" type="slidenum">
              <a:rPr lang="en-GB" smtClean="0"/>
              <a:t>‹#›</a:t>
            </a:fld>
            <a:endParaRPr lang="en-GB"/>
          </a:p>
        </p:txBody>
      </p:sp>
    </p:spTree>
    <p:extLst>
      <p:ext uri="{BB962C8B-B14F-4D97-AF65-F5344CB8AC3E}">
        <p14:creationId xmlns:p14="http://schemas.microsoft.com/office/powerpoint/2010/main" val="1593440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74D67-6B9D-2B46-AB35-1A19FEE37CC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ECD1571-D567-ADA3-9FED-B6C1634332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0824BA3-ABDD-3FB7-AB9D-AB68CFFF85DE}"/>
              </a:ext>
            </a:extLst>
          </p:cNvPr>
          <p:cNvSpPr>
            <a:spLocks noGrp="1"/>
          </p:cNvSpPr>
          <p:nvPr>
            <p:ph type="dt" sz="half" idx="10"/>
          </p:nvPr>
        </p:nvSpPr>
        <p:spPr/>
        <p:txBody>
          <a:bodyPr/>
          <a:lstStyle/>
          <a:p>
            <a:fld id="{4FA7720F-9BE0-445D-A2B1-AC50CB927187}" type="datetimeFigureOut">
              <a:rPr lang="en-GB" smtClean="0"/>
              <a:t>12/12/2025</a:t>
            </a:fld>
            <a:endParaRPr lang="en-GB"/>
          </a:p>
        </p:txBody>
      </p:sp>
      <p:sp>
        <p:nvSpPr>
          <p:cNvPr id="5" name="Footer Placeholder 4">
            <a:extLst>
              <a:ext uri="{FF2B5EF4-FFF2-40B4-BE49-F238E27FC236}">
                <a16:creationId xmlns:a16="http://schemas.microsoft.com/office/drawing/2014/main" id="{A8E4EB4E-CB62-DCEC-7555-5FBC78E2820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EE29E61-8D42-8650-C8E5-AAE01D56E58C}"/>
              </a:ext>
            </a:extLst>
          </p:cNvPr>
          <p:cNvSpPr>
            <a:spLocks noGrp="1"/>
          </p:cNvSpPr>
          <p:nvPr>
            <p:ph type="sldNum" sz="quarter" idx="12"/>
          </p:nvPr>
        </p:nvSpPr>
        <p:spPr/>
        <p:txBody>
          <a:bodyPr/>
          <a:lstStyle/>
          <a:p>
            <a:fld id="{19DAC388-AFC9-4DDF-95F5-F1D22AA2868E}" type="slidenum">
              <a:rPr lang="en-GB" smtClean="0"/>
              <a:t>‹#›</a:t>
            </a:fld>
            <a:endParaRPr lang="en-GB"/>
          </a:p>
        </p:txBody>
      </p:sp>
    </p:spTree>
    <p:extLst>
      <p:ext uri="{BB962C8B-B14F-4D97-AF65-F5344CB8AC3E}">
        <p14:creationId xmlns:p14="http://schemas.microsoft.com/office/powerpoint/2010/main" val="3833025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D09D1-CF42-30E6-968C-7CC324E01D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2B3CAD9-9B84-1E13-AFC1-A9F00A7D6A1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50F049-309B-72CA-3326-BF98493D05B6}"/>
              </a:ext>
            </a:extLst>
          </p:cNvPr>
          <p:cNvSpPr>
            <a:spLocks noGrp="1"/>
          </p:cNvSpPr>
          <p:nvPr>
            <p:ph type="dt" sz="half" idx="10"/>
          </p:nvPr>
        </p:nvSpPr>
        <p:spPr/>
        <p:txBody>
          <a:bodyPr/>
          <a:lstStyle/>
          <a:p>
            <a:fld id="{4FA7720F-9BE0-445D-A2B1-AC50CB927187}" type="datetimeFigureOut">
              <a:rPr lang="en-GB" smtClean="0"/>
              <a:t>12/12/2025</a:t>
            </a:fld>
            <a:endParaRPr lang="en-GB"/>
          </a:p>
        </p:txBody>
      </p:sp>
      <p:sp>
        <p:nvSpPr>
          <p:cNvPr id="5" name="Footer Placeholder 4">
            <a:extLst>
              <a:ext uri="{FF2B5EF4-FFF2-40B4-BE49-F238E27FC236}">
                <a16:creationId xmlns:a16="http://schemas.microsoft.com/office/drawing/2014/main" id="{A9C49041-CA0E-1FE3-6285-97A7A89FB51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19847CB-37CD-16F2-929F-0197089FF7B3}"/>
              </a:ext>
            </a:extLst>
          </p:cNvPr>
          <p:cNvSpPr>
            <a:spLocks noGrp="1"/>
          </p:cNvSpPr>
          <p:nvPr>
            <p:ph type="sldNum" sz="quarter" idx="12"/>
          </p:nvPr>
        </p:nvSpPr>
        <p:spPr/>
        <p:txBody>
          <a:bodyPr/>
          <a:lstStyle/>
          <a:p>
            <a:fld id="{19DAC388-AFC9-4DDF-95F5-F1D22AA2868E}" type="slidenum">
              <a:rPr lang="en-GB" smtClean="0"/>
              <a:t>‹#›</a:t>
            </a:fld>
            <a:endParaRPr lang="en-GB"/>
          </a:p>
        </p:txBody>
      </p:sp>
    </p:spTree>
    <p:extLst>
      <p:ext uri="{BB962C8B-B14F-4D97-AF65-F5344CB8AC3E}">
        <p14:creationId xmlns:p14="http://schemas.microsoft.com/office/powerpoint/2010/main" val="2613489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C0FAC-600D-5981-B5C5-D872FF92E5F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F7B7A86-6D9A-43EE-DF5B-D66CE817AC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0B2541B-3346-C784-0984-D96D6440A7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0C4BA2E-D0B1-8E5D-992D-B84B8F7C2F5B}"/>
              </a:ext>
            </a:extLst>
          </p:cNvPr>
          <p:cNvSpPr>
            <a:spLocks noGrp="1"/>
          </p:cNvSpPr>
          <p:nvPr>
            <p:ph type="dt" sz="half" idx="10"/>
          </p:nvPr>
        </p:nvSpPr>
        <p:spPr/>
        <p:txBody>
          <a:bodyPr/>
          <a:lstStyle/>
          <a:p>
            <a:fld id="{4FA7720F-9BE0-445D-A2B1-AC50CB927187}" type="datetimeFigureOut">
              <a:rPr lang="en-GB" smtClean="0"/>
              <a:t>12/12/2025</a:t>
            </a:fld>
            <a:endParaRPr lang="en-GB"/>
          </a:p>
        </p:txBody>
      </p:sp>
      <p:sp>
        <p:nvSpPr>
          <p:cNvPr id="6" name="Footer Placeholder 5">
            <a:extLst>
              <a:ext uri="{FF2B5EF4-FFF2-40B4-BE49-F238E27FC236}">
                <a16:creationId xmlns:a16="http://schemas.microsoft.com/office/drawing/2014/main" id="{88DB7FB1-C385-5895-1388-D85CB7AF3B5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837C585-6E6C-8E31-A590-A616516DAE48}"/>
              </a:ext>
            </a:extLst>
          </p:cNvPr>
          <p:cNvSpPr>
            <a:spLocks noGrp="1"/>
          </p:cNvSpPr>
          <p:nvPr>
            <p:ph type="sldNum" sz="quarter" idx="12"/>
          </p:nvPr>
        </p:nvSpPr>
        <p:spPr/>
        <p:txBody>
          <a:bodyPr/>
          <a:lstStyle/>
          <a:p>
            <a:fld id="{19DAC388-AFC9-4DDF-95F5-F1D22AA2868E}" type="slidenum">
              <a:rPr lang="en-GB" smtClean="0"/>
              <a:t>‹#›</a:t>
            </a:fld>
            <a:endParaRPr lang="en-GB"/>
          </a:p>
        </p:txBody>
      </p:sp>
    </p:spTree>
    <p:extLst>
      <p:ext uri="{BB962C8B-B14F-4D97-AF65-F5344CB8AC3E}">
        <p14:creationId xmlns:p14="http://schemas.microsoft.com/office/powerpoint/2010/main" val="108098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BAB20-913B-E4E5-538E-2802FEFDDA6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AAED1BC-BC5F-3147-5A91-07FB195D8F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0BA06A-6ABD-F20C-43D5-8015386EE0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E1A21E4-4D51-6147-FC0B-2D95ADF895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F5D0AD-8847-A2FE-7B8D-0826601A59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A3B75D0-5722-3C26-8227-073B0E4E5E78}"/>
              </a:ext>
            </a:extLst>
          </p:cNvPr>
          <p:cNvSpPr>
            <a:spLocks noGrp="1"/>
          </p:cNvSpPr>
          <p:nvPr>
            <p:ph type="dt" sz="half" idx="10"/>
          </p:nvPr>
        </p:nvSpPr>
        <p:spPr/>
        <p:txBody>
          <a:bodyPr/>
          <a:lstStyle/>
          <a:p>
            <a:fld id="{4FA7720F-9BE0-445D-A2B1-AC50CB927187}" type="datetimeFigureOut">
              <a:rPr lang="en-GB" smtClean="0"/>
              <a:t>12/12/2025</a:t>
            </a:fld>
            <a:endParaRPr lang="en-GB"/>
          </a:p>
        </p:txBody>
      </p:sp>
      <p:sp>
        <p:nvSpPr>
          <p:cNvPr id="8" name="Footer Placeholder 7">
            <a:extLst>
              <a:ext uri="{FF2B5EF4-FFF2-40B4-BE49-F238E27FC236}">
                <a16:creationId xmlns:a16="http://schemas.microsoft.com/office/drawing/2014/main" id="{B3D154AB-C0FE-F3FB-3EEF-9F2ACBBBC48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EE64B23-F9FE-7D36-7A4F-020897DA73CB}"/>
              </a:ext>
            </a:extLst>
          </p:cNvPr>
          <p:cNvSpPr>
            <a:spLocks noGrp="1"/>
          </p:cNvSpPr>
          <p:nvPr>
            <p:ph type="sldNum" sz="quarter" idx="12"/>
          </p:nvPr>
        </p:nvSpPr>
        <p:spPr/>
        <p:txBody>
          <a:bodyPr/>
          <a:lstStyle/>
          <a:p>
            <a:fld id="{19DAC388-AFC9-4DDF-95F5-F1D22AA2868E}" type="slidenum">
              <a:rPr lang="en-GB" smtClean="0"/>
              <a:t>‹#›</a:t>
            </a:fld>
            <a:endParaRPr lang="en-GB"/>
          </a:p>
        </p:txBody>
      </p:sp>
    </p:spTree>
    <p:extLst>
      <p:ext uri="{BB962C8B-B14F-4D97-AF65-F5344CB8AC3E}">
        <p14:creationId xmlns:p14="http://schemas.microsoft.com/office/powerpoint/2010/main" val="2621575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DEDA4-B2B8-5DD3-2690-BE9F50BD7FD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4F62EF0-3A66-6785-1B88-2F3258A8247E}"/>
              </a:ext>
            </a:extLst>
          </p:cNvPr>
          <p:cNvSpPr>
            <a:spLocks noGrp="1"/>
          </p:cNvSpPr>
          <p:nvPr>
            <p:ph type="dt" sz="half" idx="10"/>
          </p:nvPr>
        </p:nvSpPr>
        <p:spPr/>
        <p:txBody>
          <a:bodyPr/>
          <a:lstStyle/>
          <a:p>
            <a:fld id="{4FA7720F-9BE0-445D-A2B1-AC50CB927187}" type="datetimeFigureOut">
              <a:rPr lang="en-GB" smtClean="0"/>
              <a:t>12/12/2025</a:t>
            </a:fld>
            <a:endParaRPr lang="en-GB"/>
          </a:p>
        </p:txBody>
      </p:sp>
      <p:sp>
        <p:nvSpPr>
          <p:cNvPr id="4" name="Footer Placeholder 3">
            <a:extLst>
              <a:ext uri="{FF2B5EF4-FFF2-40B4-BE49-F238E27FC236}">
                <a16:creationId xmlns:a16="http://schemas.microsoft.com/office/drawing/2014/main" id="{9AA0B33C-CBA4-B255-F70A-FD2CBBAE072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21D8444-5104-FCED-2210-668E02DA0A4E}"/>
              </a:ext>
            </a:extLst>
          </p:cNvPr>
          <p:cNvSpPr>
            <a:spLocks noGrp="1"/>
          </p:cNvSpPr>
          <p:nvPr>
            <p:ph type="sldNum" sz="quarter" idx="12"/>
          </p:nvPr>
        </p:nvSpPr>
        <p:spPr/>
        <p:txBody>
          <a:bodyPr/>
          <a:lstStyle/>
          <a:p>
            <a:fld id="{19DAC388-AFC9-4DDF-95F5-F1D22AA2868E}" type="slidenum">
              <a:rPr lang="en-GB" smtClean="0"/>
              <a:t>‹#›</a:t>
            </a:fld>
            <a:endParaRPr lang="en-GB"/>
          </a:p>
        </p:txBody>
      </p:sp>
    </p:spTree>
    <p:extLst>
      <p:ext uri="{BB962C8B-B14F-4D97-AF65-F5344CB8AC3E}">
        <p14:creationId xmlns:p14="http://schemas.microsoft.com/office/powerpoint/2010/main" val="4141812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0B81D5-DE5C-D780-E94E-DDCFA2C5CB6B}"/>
              </a:ext>
            </a:extLst>
          </p:cNvPr>
          <p:cNvSpPr>
            <a:spLocks noGrp="1"/>
          </p:cNvSpPr>
          <p:nvPr>
            <p:ph type="dt" sz="half" idx="10"/>
          </p:nvPr>
        </p:nvSpPr>
        <p:spPr/>
        <p:txBody>
          <a:bodyPr/>
          <a:lstStyle/>
          <a:p>
            <a:fld id="{4FA7720F-9BE0-445D-A2B1-AC50CB927187}" type="datetimeFigureOut">
              <a:rPr lang="en-GB" smtClean="0"/>
              <a:t>12/12/2025</a:t>
            </a:fld>
            <a:endParaRPr lang="en-GB"/>
          </a:p>
        </p:txBody>
      </p:sp>
      <p:sp>
        <p:nvSpPr>
          <p:cNvPr id="3" name="Footer Placeholder 2">
            <a:extLst>
              <a:ext uri="{FF2B5EF4-FFF2-40B4-BE49-F238E27FC236}">
                <a16:creationId xmlns:a16="http://schemas.microsoft.com/office/drawing/2014/main" id="{F43BC44F-CA5E-A0B6-99C2-F957A3734AC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4C772E7B-001B-D866-9E56-60A93E9A3CDE}"/>
              </a:ext>
            </a:extLst>
          </p:cNvPr>
          <p:cNvSpPr>
            <a:spLocks noGrp="1"/>
          </p:cNvSpPr>
          <p:nvPr>
            <p:ph type="sldNum" sz="quarter" idx="12"/>
          </p:nvPr>
        </p:nvSpPr>
        <p:spPr/>
        <p:txBody>
          <a:bodyPr/>
          <a:lstStyle/>
          <a:p>
            <a:fld id="{19DAC388-AFC9-4DDF-95F5-F1D22AA2868E}" type="slidenum">
              <a:rPr lang="en-GB" smtClean="0"/>
              <a:t>‹#›</a:t>
            </a:fld>
            <a:endParaRPr lang="en-GB"/>
          </a:p>
        </p:txBody>
      </p:sp>
    </p:spTree>
    <p:extLst>
      <p:ext uri="{BB962C8B-B14F-4D97-AF65-F5344CB8AC3E}">
        <p14:creationId xmlns:p14="http://schemas.microsoft.com/office/powerpoint/2010/main" val="3998535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D79ED-E6AA-2645-FC15-1E9D5608B9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F3693EC-0DAC-6EA8-98BA-9B0DCEF3A5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D31CE2E-2C92-B5F1-95BD-4593DCBDC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8C3E06-16E2-85E0-F29A-A5BFD7E9312F}"/>
              </a:ext>
            </a:extLst>
          </p:cNvPr>
          <p:cNvSpPr>
            <a:spLocks noGrp="1"/>
          </p:cNvSpPr>
          <p:nvPr>
            <p:ph type="dt" sz="half" idx="10"/>
          </p:nvPr>
        </p:nvSpPr>
        <p:spPr/>
        <p:txBody>
          <a:bodyPr/>
          <a:lstStyle/>
          <a:p>
            <a:fld id="{4FA7720F-9BE0-445D-A2B1-AC50CB927187}" type="datetimeFigureOut">
              <a:rPr lang="en-GB" smtClean="0"/>
              <a:t>12/12/2025</a:t>
            </a:fld>
            <a:endParaRPr lang="en-GB"/>
          </a:p>
        </p:txBody>
      </p:sp>
      <p:sp>
        <p:nvSpPr>
          <p:cNvPr id="6" name="Footer Placeholder 5">
            <a:extLst>
              <a:ext uri="{FF2B5EF4-FFF2-40B4-BE49-F238E27FC236}">
                <a16:creationId xmlns:a16="http://schemas.microsoft.com/office/drawing/2014/main" id="{72B4F2F0-5E12-49C5-267F-C5DA4DC33C1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C19B73C-1FEB-086A-629E-5F0F4F454C7F}"/>
              </a:ext>
            </a:extLst>
          </p:cNvPr>
          <p:cNvSpPr>
            <a:spLocks noGrp="1"/>
          </p:cNvSpPr>
          <p:nvPr>
            <p:ph type="sldNum" sz="quarter" idx="12"/>
          </p:nvPr>
        </p:nvSpPr>
        <p:spPr/>
        <p:txBody>
          <a:bodyPr/>
          <a:lstStyle/>
          <a:p>
            <a:fld id="{19DAC388-AFC9-4DDF-95F5-F1D22AA2868E}" type="slidenum">
              <a:rPr lang="en-GB" smtClean="0"/>
              <a:t>‹#›</a:t>
            </a:fld>
            <a:endParaRPr lang="en-GB"/>
          </a:p>
        </p:txBody>
      </p:sp>
    </p:spTree>
    <p:extLst>
      <p:ext uri="{BB962C8B-B14F-4D97-AF65-F5344CB8AC3E}">
        <p14:creationId xmlns:p14="http://schemas.microsoft.com/office/powerpoint/2010/main" val="3726624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D84D9-0E7D-976D-2166-7FB41A87E2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11F71CC-30F9-4BC6-B91C-8DB5604375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D323814-C462-3F27-0AC5-F1229D66F3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21799C-2ACA-71B5-FE63-E5043ECCE56E}"/>
              </a:ext>
            </a:extLst>
          </p:cNvPr>
          <p:cNvSpPr>
            <a:spLocks noGrp="1"/>
          </p:cNvSpPr>
          <p:nvPr>
            <p:ph type="dt" sz="half" idx="10"/>
          </p:nvPr>
        </p:nvSpPr>
        <p:spPr/>
        <p:txBody>
          <a:bodyPr/>
          <a:lstStyle/>
          <a:p>
            <a:fld id="{4FA7720F-9BE0-445D-A2B1-AC50CB927187}" type="datetimeFigureOut">
              <a:rPr lang="en-GB" smtClean="0"/>
              <a:t>12/12/2025</a:t>
            </a:fld>
            <a:endParaRPr lang="en-GB"/>
          </a:p>
        </p:txBody>
      </p:sp>
      <p:sp>
        <p:nvSpPr>
          <p:cNvPr id="6" name="Footer Placeholder 5">
            <a:extLst>
              <a:ext uri="{FF2B5EF4-FFF2-40B4-BE49-F238E27FC236}">
                <a16:creationId xmlns:a16="http://schemas.microsoft.com/office/drawing/2014/main" id="{3CD56B5A-37A9-B1B6-827C-1542E588ED9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31A1454-3E8D-041D-745B-61117A544EB8}"/>
              </a:ext>
            </a:extLst>
          </p:cNvPr>
          <p:cNvSpPr>
            <a:spLocks noGrp="1"/>
          </p:cNvSpPr>
          <p:nvPr>
            <p:ph type="sldNum" sz="quarter" idx="12"/>
          </p:nvPr>
        </p:nvSpPr>
        <p:spPr/>
        <p:txBody>
          <a:bodyPr/>
          <a:lstStyle/>
          <a:p>
            <a:fld id="{19DAC388-AFC9-4DDF-95F5-F1D22AA2868E}" type="slidenum">
              <a:rPr lang="en-GB" smtClean="0"/>
              <a:t>‹#›</a:t>
            </a:fld>
            <a:endParaRPr lang="en-GB"/>
          </a:p>
        </p:txBody>
      </p:sp>
    </p:spTree>
    <p:extLst>
      <p:ext uri="{BB962C8B-B14F-4D97-AF65-F5344CB8AC3E}">
        <p14:creationId xmlns:p14="http://schemas.microsoft.com/office/powerpoint/2010/main" val="2481827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402E7-5505-F35E-6F72-BE7A6D6A7AA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E6DBFD2-2EC9-C31A-6F8C-9DBF19A76E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E7DA863-B6EC-8F7D-DBB1-2E9EDD33BE8A}"/>
              </a:ext>
            </a:extLst>
          </p:cNvPr>
          <p:cNvSpPr>
            <a:spLocks noGrp="1"/>
          </p:cNvSpPr>
          <p:nvPr>
            <p:ph type="dt" sz="half" idx="10"/>
          </p:nvPr>
        </p:nvSpPr>
        <p:spPr/>
        <p:txBody>
          <a:bodyPr/>
          <a:lstStyle/>
          <a:p>
            <a:fld id="{4FA7720F-9BE0-445D-A2B1-AC50CB927187}" type="datetimeFigureOut">
              <a:rPr lang="en-GB" smtClean="0"/>
              <a:t>12/12/2025</a:t>
            </a:fld>
            <a:endParaRPr lang="en-GB"/>
          </a:p>
        </p:txBody>
      </p:sp>
      <p:sp>
        <p:nvSpPr>
          <p:cNvPr id="5" name="Footer Placeholder 4">
            <a:extLst>
              <a:ext uri="{FF2B5EF4-FFF2-40B4-BE49-F238E27FC236}">
                <a16:creationId xmlns:a16="http://schemas.microsoft.com/office/drawing/2014/main" id="{1ABAD87C-4A39-A927-8653-0864AD0B452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46679EB-7C59-065E-186E-6471B7179B35}"/>
              </a:ext>
            </a:extLst>
          </p:cNvPr>
          <p:cNvSpPr>
            <a:spLocks noGrp="1"/>
          </p:cNvSpPr>
          <p:nvPr>
            <p:ph type="sldNum" sz="quarter" idx="12"/>
          </p:nvPr>
        </p:nvSpPr>
        <p:spPr/>
        <p:txBody>
          <a:bodyPr/>
          <a:lstStyle/>
          <a:p>
            <a:fld id="{19DAC388-AFC9-4DDF-95F5-F1D22AA2868E}" type="slidenum">
              <a:rPr lang="en-GB" smtClean="0"/>
              <a:t>‹#›</a:t>
            </a:fld>
            <a:endParaRPr lang="en-GB"/>
          </a:p>
        </p:txBody>
      </p:sp>
    </p:spTree>
    <p:extLst>
      <p:ext uri="{BB962C8B-B14F-4D97-AF65-F5344CB8AC3E}">
        <p14:creationId xmlns:p14="http://schemas.microsoft.com/office/powerpoint/2010/main" val="3680649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5F2A05-A637-8236-3CDB-FB504F8055C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C96E3FF-9B9F-7D60-71C2-D733679E0D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5F65E13-602C-575B-B8CA-C32509A6F359}"/>
              </a:ext>
            </a:extLst>
          </p:cNvPr>
          <p:cNvSpPr>
            <a:spLocks noGrp="1"/>
          </p:cNvSpPr>
          <p:nvPr>
            <p:ph type="dt" sz="half" idx="10"/>
          </p:nvPr>
        </p:nvSpPr>
        <p:spPr/>
        <p:txBody>
          <a:bodyPr/>
          <a:lstStyle/>
          <a:p>
            <a:fld id="{4FA7720F-9BE0-445D-A2B1-AC50CB927187}" type="datetimeFigureOut">
              <a:rPr lang="en-GB" smtClean="0"/>
              <a:t>12/12/2025</a:t>
            </a:fld>
            <a:endParaRPr lang="en-GB"/>
          </a:p>
        </p:txBody>
      </p:sp>
      <p:sp>
        <p:nvSpPr>
          <p:cNvPr id="5" name="Footer Placeholder 4">
            <a:extLst>
              <a:ext uri="{FF2B5EF4-FFF2-40B4-BE49-F238E27FC236}">
                <a16:creationId xmlns:a16="http://schemas.microsoft.com/office/drawing/2014/main" id="{062713D5-5642-F9C9-B276-6398F6080CE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C9044CB-B09B-CDF3-1A79-CFBC26E6C6D0}"/>
              </a:ext>
            </a:extLst>
          </p:cNvPr>
          <p:cNvSpPr>
            <a:spLocks noGrp="1"/>
          </p:cNvSpPr>
          <p:nvPr>
            <p:ph type="sldNum" sz="quarter" idx="12"/>
          </p:nvPr>
        </p:nvSpPr>
        <p:spPr/>
        <p:txBody>
          <a:bodyPr/>
          <a:lstStyle/>
          <a:p>
            <a:fld id="{19DAC388-AFC9-4DDF-95F5-F1D22AA2868E}" type="slidenum">
              <a:rPr lang="en-GB" smtClean="0"/>
              <a:t>‹#›</a:t>
            </a:fld>
            <a:endParaRPr lang="en-GB"/>
          </a:p>
        </p:txBody>
      </p:sp>
    </p:spTree>
    <p:extLst>
      <p:ext uri="{BB962C8B-B14F-4D97-AF65-F5344CB8AC3E}">
        <p14:creationId xmlns:p14="http://schemas.microsoft.com/office/powerpoint/2010/main" val="1047976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A7F062-4229-3207-1DF1-94C5651ACE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7D9C06D-711B-1343-B538-EB41B15FE2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BD426DA-049E-8E62-8FFC-89A36EDABD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FA7720F-9BE0-445D-A2B1-AC50CB927187}" type="datetimeFigureOut">
              <a:rPr lang="en-GB" smtClean="0"/>
              <a:t>12/12/2025</a:t>
            </a:fld>
            <a:endParaRPr lang="en-GB"/>
          </a:p>
        </p:txBody>
      </p:sp>
      <p:sp>
        <p:nvSpPr>
          <p:cNvPr id="5" name="Footer Placeholder 4">
            <a:extLst>
              <a:ext uri="{FF2B5EF4-FFF2-40B4-BE49-F238E27FC236}">
                <a16:creationId xmlns:a16="http://schemas.microsoft.com/office/drawing/2014/main" id="{56FB1FB9-6173-8C9A-A83D-E7583E3B82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4342AEAF-6777-433A-0AEA-B851608F4C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9DAC388-AFC9-4DDF-95F5-F1D22AA2868E}" type="slidenum">
              <a:rPr lang="en-GB" smtClean="0"/>
              <a:t>‹#›</a:t>
            </a:fld>
            <a:endParaRPr lang="en-GB"/>
          </a:p>
        </p:txBody>
      </p:sp>
    </p:spTree>
    <p:extLst>
      <p:ext uri="{BB962C8B-B14F-4D97-AF65-F5344CB8AC3E}">
        <p14:creationId xmlns:p14="http://schemas.microsoft.com/office/powerpoint/2010/main" val="7760205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B1A95-70C7-6669-F41C-743548464BBA}"/>
              </a:ext>
            </a:extLst>
          </p:cNvPr>
          <p:cNvSpPr>
            <a:spLocks noGrp="1"/>
          </p:cNvSpPr>
          <p:nvPr>
            <p:ph type="ctrTitle"/>
          </p:nvPr>
        </p:nvSpPr>
        <p:spPr/>
        <p:txBody>
          <a:bodyPr/>
          <a:lstStyle/>
          <a:p>
            <a:r>
              <a:rPr lang="en-GB" dirty="0"/>
              <a:t>Bank Marketing Analysis</a:t>
            </a:r>
          </a:p>
        </p:txBody>
      </p:sp>
      <p:sp>
        <p:nvSpPr>
          <p:cNvPr id="3" name="Subtitle 2">
            <a:extLst>
              <a:ext uri="{FF2B5EF4-FFF2-40B4-BE49-F238E27FC236}">
                <a16:creationId xmlns:a16="http://schemas.microsoft.com/office/drawing/2014/main" id="{DDACB942-1413-E933-3150-0D82F2C8389F}"/>
              </a:ext>
            </a:extLst>
          </p:cNvPr>
          <p:cNvSpPr>
            <a:spLocks noGrp="1"/>
          </p:cNvSpPr>
          <p:nvPr>
            <p:ph type="subTitle" idx="1"/>
          </p:nvPr>
        </p:nvSpPr>
        <p:spPr/>
        <p:txBody>
          <a:bodyPr/>
          <a:lstStyle/>
          <a:p>
            <a:r>
              <a:rPr lang="en-GB" dirty="0"/>
              <a:t>Ashel Munemo (am2704)</a:t>
            </a:r>
          </a:p>
        </p:txBody>
      </p:sp>
    </p:spTree>
    <p:extLst>
      <p:ext uri="{BB962C8B-B14F-4D97-AF65-F5344CB8AC3E}">
        <p14:creationId xmlns:p14="http://schemas.microsoft.com/office/powerpoint/2010/main" val="895336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7FFA0-77DC-EFBB-6F82-A9D38F3D32C7}"/>
              </a:ext>
            </a:extLst>
          </p:cNvPr>
          <p:cNvSpPr>
            <a:spLocks noGrp="1"/>
          </p:cNvSpPr>
          <p:nvPr>
            <p:ph type="title"/>
          </p:nvPr>
        </p:nvSpPr>
        <p:spPr/>
        <p:txBody>
          <a:bodyPr/>
          <a:lstStyle/>
          <a:p>
            <a:r>
              <a:rPr lang="en-GB" b="1" dirty="0"/>
              <a:t>Introduction</a:t>
            </a:r>
          </a:p>
        </p:txBody>
      </p:sp>
      <p:sp>
        <p:nvSpPr>
          <p:cNvPr id="3" name="Content Placeholder 2">
            <a:extLst>
              <a:ext uri="{FF2B5EF4-FFF2-40B4-BE49-F238E27FC236}">
                <a16:creationId xmlns:a16="http://schemas.microsoft.com/office/drawing/2014/main" id="{7EDC051E-5CDC-C858-CAEE-42F1497A0F68}"/>
              </a:ext>
            </a:extLst>
          </p:cNvPr>
          <p:cNvSpPr>
            <a:spLocks noGrp="1"/>
          </p:cNvSpPr>
          <p:nvPr>
            <p:ph idx="1"/>
          </p:nvPr>
        </p:nvSpPr>
        <p:spPr>
          <a:xfrm>
            <a:off x="838200" y="1443789"/>
            <a:ext cx="10515600" cy="5049086"/>
          </a:xfrm>
        </p:spPr>
        <p:txBody>
          <a:bodyPr>
            <a:normAutofit fontScale="92500" lnSpcReduction="10000"/>
          </a:bodyPr>
          <a:lstStyle/>
          <a:p>
            <a:r>
              <a:rPr lang="en-GB" sz="3200" dirty="0"/>
              <a:t>Objective:</a:t>
            </a:r>
          </a:p>
          <a:p>
            <a:pPr lvl="1"/>
            <a:r>
              <a:rPr lang="en-GB" sz="2800" dirty="0"/>
              <a:t> Predict whether a client will subscribe to a term deposit.</a:t>
            </a:r>
          </a:p>
          <a:p>
            <a:pPr lvl="1"/>
            <a:r>
              <a:rPr lang="en-GB" sz="2800" dirty="0"/>
              <a:t>Identify key predictors which influence subscription likelihood.</a:t>
            </a:r>
          </a:p>
          <a:p>
            <a:r>
              <a:rPr lang="en-GB" sz="3200" dirty="0"/>
              <a:t>Data source</a:t>
            </a:r>
            <a:r>
              <a:rPr lang="en-GB" sz="3600" dirty="0"/>
              <a:t>:</a:t>
            </a:r>
          </a:p>
          <a:p>
            <a:pPr lvl="1"/>
            <a:r>
              <a:rPr lang="en-GB" sz="2800" dirty="0"/>
              <a:t>Bank marketing dataset created by Paulo Cortez (Univ. Minho) and Sérgio Moro (ISCTE-IUL) in 2012</a:t>
            </a:r>
          </a:p>
          <a:p>
            <a:r>
              <a:rPr lang="en-GB" sz="3200" dirty="0"/>
              <a:t>Overview:</a:t>
            </a:r>
          </a:p>
          <a:p>
            <a:pPr lvl="1"/>
            <a:r>
              <a:rPr lang="en-US" sz="2800" dirty="0"/>
              <a:t>The data is related with direct marketing campaigns of a Portuguese banking institution.</a:t>
            </a:r>
          </a:p>
          <a:p>
            <a:pPr lvl="1"/>
            <a:r>
              <a:rPr lang="en-US" sz="2800" dirty="0"/>
              <a:t> The marketing campaigns were based on phone calls. Often, more than one contact to the same client was required, in order to access if the product (bank deposit) would be subscribed.</a:t>
            </a:r>
            <a:endParaRPr lang="en-GB" sz="2800" dirty="0"/>
          </a:p>
          <a:p>
            <a:endParaRPr lang="en-GB" sz="3200" dirty="0"/>
          </a:p>
        </p:txBody>
      </p:sp>
    </p:spTree>
    <p:extLst>
      <p:ext uri="{BB962C8B-B14F-4D97-AF65-F5344CB8AC3E}">
        <p14:creationId xmlns:p14="http://schemas.microsoft.com/office/powerpoint/2010/main" val="425297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084A6-5BFA-A7C5-6EB3-14E1A46B7C3E}"/>
              </a:ext>
            </a:extLst>
          </p:cNvPr>
          <p:cNvSpPr>
            <a:spLocks noGrp="1"/>
          </p:cNvSpPr>
          <p:nvPr>
            <p:ph type="title"/>
          </p:nvPr>
        </p:nvSpPr>
        <p:spPr/>
        <p:txBody>
          <a:bodyPr/>
          <a:lstStyle/>
          <a:p>
            <a:r>
              <a:rPr lang="en-GB" b="1" dirty="0"/>
              <a:t>EDA Insights</a:t>
            </a:r>
          </a:p>
        </p:txBody>
      </p:sp>
      <p:sp>
        <p:nvSpPr>
          <p:cNvPr id="3" name="Content Placeholder 2">
            <a:extLst>
              <a:ext uri="{FF2B5EF4-FFF2-40B4-BE49-F238E27FC236}">
                <a16:creationId xmlns:a16="http://schemas.microsoft.com/office/drawing/2014/main" id="{68BCEDDF-841F-E21B-1715-9D3E0EDE98B1}"/>
              </a:ext>
            </a:extLst>
          </p:cNvPr>
          <p:cNvSpPr>
            <a:spLocks noGrp="1"/>
          </p:cNvSpPr>
          <p:nvPr>
            <p:ph idx="1"/>
          </p:nvPr>
        </p:nvSpPr>
        <p:spPr/>
        <p:txBody>
          <a:bodyPr>
            <a:normAutofit lnSpcReduction="10000"/>
          </a:bodyPr>
          <a:lstStyle/>
          <a:p>
            <a:r>
              <a:rPr lang="en-GB" dirty="0"/>
              <a:t>The aim was to identify key patterns and preliminary relationships that may influence a client’s decision to subscribe.</a:t>
            </a:r>
          </a:p>
          <a:p>
            <a:r>
              <a:rPr lang="en-GB" dirty="0"/>
              <a:t>Across all variable categories the number of non-subscribers was consistently higher than subscribers.</a:t>
            </a:r>
          </a:p>
          <a:p>
            <a:r>
              <a:rPr lang="en-GB" dirty="0"/>
              <a:t>T-test were performed to compare the mean of numerical variables, and the results were significant suggesting that these variables are likely important for predicting client subscriptions.</a:t>
            </a:r>
          </a:p>
          <a:p>
            <a:r>
              <a:rPr lang="en-GB" dirty="0"/>
              <a:t>Chi-squared test were also conducted on categorical variable to examine </a:t>
            </a:r>
            <a:r>
              <a:rPr lang="en-GB"/>
              <a:t>the association </a:t>
            </a:r>
            <a:r>
              <a:rPr lang="en-GB" dirty="0"/>
              <a:t>between each categorical variable and the subscription target, all variables were significant indicating that they are likely important for prediction.</a:t>
            </a:r>
          </a:p>
        </p:txBody>
      </p:sp>
    </p:spTree>
    <p:extLst>
      <p:ext uri="{BB962C8B-B14F-4D97-AF65-F5344CB8AC3E}">
        <p14:creationId xmlns:p14="http://schemas.microsoft.com/office/powerpoint/2010/main" val="4265632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A0761-390A-E202-98A9-C6874CBB797C}"/>
              </a:ext>
            </a:extLst>
          </p:cNvPr>
          <p:cNvSpPr>
            <a:spLocks noGrp="1"/>
          </p:cNvSpPr>
          <p:nvPr>
            <p:ph type="title"/>
          </p:nvPr>
        </p:nvSpPr>
        <p:spPr/>
        <p:txBody>
          <a:bodyPr/>
          <a:lstStyle/>
          <a:p>
            <a:r>
              <a:rPr lang="en-GB" b="1" dirty="0"/>
              <a:t>Models &amp; Performance</a:t>
            </a:r>
          </a:p>
        </p:txBody>
      </p:sp>
      <p:sp>
        <p:nvSpPr>
          <p:cNvPr id="3" name="Content Placeholder 2">
            <a:extLst>
              <a:ext uri="{FF2B5EF4-FFF2-40B4-BE49-F238E27FC236}">
                <a16:creationId xmlns:a16="http://schemas.microsoft.com/office/drawing/2014/main" id="{B6AD8A3D-F365-0C1C-28EF-219C09B88BAD}"/>
              </a:ext>
            </a:extLst>
          </p:cNvPr>
          <p:cNvSpPr>
            <a:spLocks noGrp="1"/>
          </p:cNvSpPr>
          <p:nvPr>
            <p:ph idx="1"/>
          </p:nvPr>
        </p:nvSpPr>
        <p:spPr>
          <a:xfrm>
            <a:off x="838200" y="1411704"/>
            <a:ext cx="10515600" cy="5229727"/>
          </a:xfrm>
        </p:spPr>
        <p:txBody>
          <a:bodyPr/>
          <a:lstStyle/>
          <a:p>
            <a:r>
              <a:rPr lang="en-GB" dirty="0"/>
              <a:t>The classification models used to predict whether a client subscribes to a term deposit include:</a:t>
            </a:r>
          </a:p>
          <a:p>
            <a:pPr lvl="1"/>
            <a:r>
              <a:rPr lang="en-GB" dirty="0"/>
              <a:t>Logistic regression, Decision tree,  Boosting, and Deep learning</a:t>
            </a:r>
          </a:p>
          <a:p>
            <a:r>
              <a:rPr lang="en-GB" dirty="0"/>
              <a:t>To evaluate and compare the predictive performance of the models, key metrics are shown below</a:t>
            </a:r>
          </a:p>
          <a:p>
            <a:pPr lvl="1"/>
            <a:endParaRPr lang="en-GB" dirty="0"/>
          </a:p>
        </p:txBody>
      </p:sp>
      <p:graphicFrame>
        <p:nvGraphicFramePr>
          <p:cNvPr id="4" name="Table 3">
            <a:extLst>
              <a:ext uri="{FF2B5EF4-FFF2-40B4-BE49-F238E27FC236}">
                <a16:creationId xmlns:a16="http://schemas.microsoft.com/office/drawing/2014/main" id="{12A8B4C3-468D-2D7D-5F63-5F73A0719C39}"/>
              </a:ext>
            </a:extLst>
          </p:cNvPr>
          <p:cNvGraphicFramePr>
            <a:graphicFrameLocks noGrp="1"/>
          </p:cNvGraphicFramePr>
          <p:nvPr>
            <p:extLst>
              <p:ext uri="{D42A27DB-BD31-4B8C-83A1-F6EECF244321}">
                <p14:modId xmlns:p14="http://schemas.microsoft.com/office/powerpoint/2010/main" val="2604303114"/>
              </p:ext>
            </p:extLst>
          </p:nvPr>
        </p:nvGraphicFramePr>
        <p:xfrm>
          <a:off x="1219200" y="3641558"/>
          <a:ext cx="9689433" cy="2902906"/>
        </p:xfrm>
        <a:graphic>
          <a:graphicData uri="http://schemas.openxmlformats.org/drawingml/2006/table">
            <a:tbl>
              <a:tblPr firstRow="1" firstCol="1" bandRow="1"/>
              <a:tblGrid>
                <a:gridCol w="1335792">
                  <a:extLst>
                    <a:ext uri="{9D8B030D-6E8A-4147-A177-3AD203B41FA5}">
                      <a16:colId xmlns:a16="http://schemas.microsoft.com/office/drawing/2014/main" val="2858537208"/>
                    </a:ext>
                  </a:extLst>
                </a:gridCol>
                <a:gridCol w="1335792">
                  <a:extLst>
                    <a:ext uri="{9D8B030D-6E8A-4147-A177-3AD203B41FA5}">
                      <a16:colId xmlns:a16="http://schemas.microsoft.com/office/drawing/2014/main" val="2595715987"/>
                    </a:ext>
                  </a:extLst>
                </a:gridCol>
                <a:gridCol w="1335792">
                  <a:extLst>
                    <a:ext uri="{9D8B030D-6E8A-4147-A177-3AD203B41FA5}">
                      <a16:colId xmlns:a16="http://schemas.microsoft.com/office/drawing/2014/main" val="2991228493"/>
                    </a:ext>
                  </a:extLst>
                </a:gridCol>
                <a:gridCol w="1335792">
                  <a:extLst>
                    <a:ext uri="{9D8B030D-6E8A-4147-A177-3AD203B41FA5}">
                      <a16:colId xmlns:a16="http://schemas.microsoft.com/office/drawing/2014/main" val="1876029168"/>
                    </a:ext>
                  </a:extLst>
                </a:gridCol>
                <a:gridCol w="1335792">
                  <a:extLst>
                    <a:ext uri="{9D8B030D-6E8A-4147-A177-3AD203B41FA5}">
                      <a16:colId xmlns:a16="http://schemas.microsoft.com/office/drawing/2014/main" val="234701483"/>
                    </a:ext>
                  </a:extLst>
                </a:gridCol>
                <a:gridCol w="1335792">
                  <a:extLst>
                    <a:ext uri="{9D8B030D-6E8A-4147-A177-3AD203B41FA5}">
                      <a16:colId xmlns:a16="http://schemas.microsoft.com/office/drawing/2014/main" val="1299661699"/>
                    </a:ext>
                  </a:extLst>
                </a:gridCol>
                <a:gridCol w="1674681">
                  <a:extLst>
                    <a:ext uri="{9D8B030D-6E8A-4147-A177-3AD203B41FA5}">
                      <a16:colId xmlns:a16="http://schemas.microsoft.com/office/drawing/2014/main" val="4077391772"/>
                    </a:ext>
                  </a:extLst>
                </a:gridCol>
              </a:tblGrid>
              <a:tr h="746239">
                <a:tc>
                  <a:txBody>
                    <a:bodyPr/>
                    <a:lstStyle/>
                    <a:p>
                      <a:pPr>
                        <a:lnSpc>
                          <a:spcPct val="107000"/>
                        </a:lnSpc>
                        <a:spcAft>
                          <a:spcPts val="800"/>
                        </a:spcAft>
                        <a:buNone/>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Model</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b="1" kern="100">
                          <a:effectLst/>
                          <a:latin typeface="Aptos" panose="020B0004020202020204" pitchFamily="34" charset="0"/>
                          <a:ea typeface="Aptos" panose="020B0004020202020204" pitchFamily="34" charset="0"/>
                          <a:cs typeface="Times New Roman" panose="02020603050405020304" pitchFamily="18" charset="0"/>
                        </a:rPr>
                        <a:t>AUC</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b="1" kern="100">
                          <a:effectLst/>
                          <a:latin typeface="Aptos" panose="020B0004020202020204" pitchFamily="34" charset="0"/>
                          <a:ea typeface="Aptos" panose="020B0004020202020204" pitchFamily="34" charset="0"/>
                          <a:cs typeface="Times New Roman" panose="02020603050405020304" pitchFamily="18" charset="0"/>
                        </a:rPr>
                        <a:t>Sensitivity</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GB" sz="1800" b="1" kern="100">
                          <a:effectLst/>
                          <a:latin typeface="Aptos" panose="020B0004020202020204" pitchFamily="34" charset="0"/>
                          <a:ea typeface="Aptos" panose="020B0004020202020204" pitchFamily="34" charset="0"/>
                          <a:cs typeface="Times New Roman" panose="02020603050405020304" pitchFamily="18" charset="0"/>
                        </a:rPr>
                        <a:t>(recall)</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b="1" kern="100">
                          <a:effectLst/>
                          <a:latin typeface="Aptos" panose="020B0004020202020204" pitchFamily="34" charset="0"/>
                          <a:ea typeface="Aptos" panose="020B0004020202020204" pitchFamily="34" charset="0"/>
                          <a:cs typeface="Times New Roman" panose="02020603050405020304" pitchFamily="18" charset="0"/>
                        </a:rPr>
                        <a:t>Specificity</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b="1" kern="100">
                          <a:effectLst/>
                          <a:latin typeface="Aptos" panose="020B0004020202020204" pitchFamily="34" charset="0"/>
                          <a:ea typeface="Aptos" panose="020B0004020202020204" pitchFamily="34" charset="0"/>
                          <a:cs typeface="Times New Roman" panose="02020603050405020304" pitchFamily="18" charset="0"/>
                        </a:rPr>
                        <a:t>Precision</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b="1" kern="100">
                          <a:effectLst/>
                          <a:latin typeface="Aptos" panose="020B0004020202020204" pitchFamily="34" charset="0"/>
                          <a:ea typeface="Aptos" panose="020B0004020202020204" pitchFamily="34" charset="0"/>
                          <a:cs typeface="Times New Roman" panose="02020603050405020304" pitchFamily="18" charset="0"/>
                        </a:rPr>
                        <a:t>Accuracy</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Balanced Accuracy</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91668606"/>
                  </a:ext>
                </a:extLst>
              </a:tr>
              <a:tr h="656193">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Logistic regression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0.9027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0.681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0.910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0.496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0.883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0.795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97239"/>
                  </a:ext>
                </a:extLst>
              </a:tr>
              <a:tr h="434959">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Decision tree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0.7827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0.944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0.475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0.932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0.890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0.709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43468717"/>
                  </a:ext>
                </a:extLst>
              </a:tr>
              <a:tr h="346552">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Boosting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0.9295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0.490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0.964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0.641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0.909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0.727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84494347"/>
                  </a:ext>
                </a:extLst>
              </a:tr>
              <a:tr h="434959">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Deep learning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0.9086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0.776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0.879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0.455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kern="100">
                          <a:effectLst/>
                          <a:latin typeface="Aptos" panose="020B0004020202020204" pitchFamily="34" charset="0"/>
                          <a:ea typeface="Aptos" panose="020B0004020202020204" pitchFamily="34" charset="0"/>
                          <a:cs typeface="Times New Roman" panose="02020603050405020304" pitchFamily="18" charset="0"/>
                        </a:rPr>
                        <a:t>0.867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0.827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3543111"/>
                  </a:ext>
                </a:extLst>
              </a:tr>
            </a:tbl>
          </a:graphicData>
        </a:graphic>
      </p:graphicFrame>
    </p:spTree>
    <p:extLst>
      <p:ext uri="{BB962C8B-B14F-4D97-AF65-F5344CB8AC3E}">
        <p14:creationId xmlns:p14="http://schemas.microsoft.com/office/powerpoint/2010/main" val="2220925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3CB7D-426E-FDB2-D26F-E76617F8660D}"/>
              </a:ext>
            </a:extLst>
          </p:cNvPr>
          <p:cNvSpPr>
            <a:spLocks noGrp="1"/>
          </p:cNvSpPr>
          <p:nvPr>
            <p:ph type="title"/>
          </p:nvPr>
        </p:nvSpPr>
        <p:spPr/>
        <p:txBody>
          <a:bodyPr/>
          <a:lstStyle/>
          <a:p>
            <a:r>
              <a:rPr lang="en-GB" b="1" dirty="0"/>
              <a:t>Results</a:t>
            </a:r>
          </a:p>
        </p:txBody>
      </p:sp>
      <p:sp>
        <p:nvSpPr>
          <p:cNvPr id="3" name="Content Placeholder 2">
            <a:extLst>
              <a:ext uri="{FF2B5EF4-FFF2-40B4-BE49-F238E27FC236}">
                <a16:creationId xmlns:a16="http://schemas.microsoft.com/office/drawing/2014/main" id="{6A6793D2-EAEF-3C57-561F-33FA65FC6500}"/>
              </a:ext>
            </a:extLst>
          </p:cNvPr>
          <p:cNvSpPr>
            <a:spLocks noGrp="1"/>
          </p:cNvSpPr>
          <p:nvPr>
            <p:ph idx="1"/>
          </p:nvPr>
        </p:nvSpPr>
        <p:spPr>
          <a:xfrm>
            <a:off x="838200" y="1825625"/>
            <a:ext cx="10515600" cy="4667250"/>
          </a:xfrm>
        </p:spPr>
        <p:txBody>
          <a:bodyPr/>
          <a:lstStyle/>
          <a:p>
            <a:r>
              <a:rPr lang="en-GB" dirty="0"/>
              <a:t>The comparison on the classification models shows distinct trade-offs between their performance metrics</a:t>
            </a:r>
          </a:p>
          <a:p>
            <a:r>
              <a:rPr lang="en-GB" dirty="0"/>
              <a:t>Deep learning offers the best trade-off between detecting subscribers and non-subscribers.</a:t>
            </a:r>
          </a:p>
          <a:p>
            <a:r>
              <a:rPr lang="en-GB" dirty="0"/>
              <a:t>Boosting is best for non-subscribers, and the decision tree is best at identifying subscribers but at a cost of misclassifying many non-subscribers.</a:t>
            </a:r>
          </a:p>
          <a:p>
            <a:r>
              <a:rPr lang="en-GB" dirty="0"/>
              <a:t>Logistic regression has moderate performance, showing it can detect subscribers and non-subscribers equitably while maintaining good accuracy in identifying non-subscribers.</a:t>
            </a:r>
          </a:p>
        </p:txBody>
      </p:sp>
    </p:spTree>
    <p:extLst>
      <p:ext uri="{BB962C8B-B14F-4D97-AF65-F5344CB8AC3E}">
        <p14:creationId xmlns:p14="http://schemas.microsoft.com/office/powerpoint/2010/main" val="2467535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A7670-F393-C73A-DC12-1393A3483BC1}"/>
              </a:ext>
            </a:extLst>
          </p:cNvPr>
          <p:cNvSpPr>
            <a:spLocks noGrp="1"/>
          </p:cNvSpPr>
          <p:nvPr>
            <p:ph type="title"/>
          </p:nvPr>
        </p:nvSpPr>
        <p:spPr/>
        <p:txBody>
          <a:bodyPr/>
          <a:lstStyle/>
          <a:p>
            <a:r>
              <a:rPr lang="en-GB" b="1" dirty="0"/>
              <a:t>Conclusion</a:t>
            </a:r>
          </a:p>
        </p:txBody>
      </p:sp>
      <p:sp>
        <p:nvSpPr>
          <p:cNvPr id="3" name="Content Placeholder 2">
            <a:extLst>
              <a:ext uri="{FF2B5EF4-FFF2-40B4-BE49-F238E27FC236}">
                <a16:creationId xmlns:a16="http://schemas.microsoft.com/office/drawing/2014/main" id="{B0C39615-FA79-1D6C-110F-6181BF5BE75C}"/>
              </a:ext>
            </a:extLst>
          </p:cNvPr>
          <p:cNvSpPr>
            <a:spLocks noGrp="1"/>
          </p:cNvSpPr>
          <p:nvPr>
            <p:ph idx="1"/>
          </p:nvPr>
        </p:nvSpPr>
        <p:spPr>
          <a:xfrm>
            <a:off x="838200" y="1572126"/>
            <a:ext cx="10515600" cy="4920749"/>
          </a:xfrm>
        </p:spPr>
        <p:txBody>
          <a:bodyPr>
            <a:normAutofit/>
          </a:bodyPr>
          <a:lstStyle/>
          <a:p>
            <a:r>
              <a:rPr lang="en-GB" dirty="0"/>
              <a:t>In conclusion, the analysis revealed several key insights for  predicting client subscriptions:</a:t>
            </a:r>
          </a:p>
          <a:p>
            <a:pPr lvl="1"/>
            <a:r>
              <a:rPr lang="en-GB" dirty="0"/>
              <a:t>certain client characteristics strongly influence subscription likelihood, for example, clients with successful previous campaigns are more likely to subscribe to a term deposit.</a:t>
            </a:r>
          </a:p>
          <a:p>
            <a:r>
              <a:rPr lang="en-GB" dirty="0"/>
              <a:t>Deep learning emerged as the most effective mode, providing the best balance between sensitivity and specificity, along with strong overall AUC and the highest balanced accuracy.</a:t>
            </a:r>
          </a:p>
          <a:p>
            <a:r>
              <a:rPr lang="en-GB" dirty="0"/>
              <a:t>Limitation:</a:t>
            </a:r>
          </a:p>
          <a:p>
            <a:pPr lvl="1"/>
            <a:r>
              <a:rPr lang="en-GB" dirty="0"/>
              <a:t>The relatively imbalanced dataset may affect the possibility of improving model performance further</a:t>
            </a:r>
          </a:p>
        </p:txBody>
      </p:sp>
    </p:spTree>
    <p:extLst>
      <p:ext uri="{BB962C8B-B14F-4D97-AF65-F5344CB8AC3E}">
        <p14:creationId xmlns:p14="http://schemas.microsoft.com/office/powerpoint/2010/main" val="35171032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1a9fa56-3f32-449a-a721-3e3f49aa5e9a}" enabled="0" method="" siteId="{51a9fa56-3f32-449a-a721-3e3f49aa5e9a}" removed="1"/>
</clbl:labelList>
</file>

<file path=docProps/app.xml><?xml version="1.0" encoding="utf-8"?>
<Properties xmlns="http://schemas.openxmlformats.org/officeDocument/2006/extended-properties" xmlns:vt="http://schemas.openxmlformats.org/officeDocument/2006/docPropsVTypes">
  <TotalTime>238</TotalTime>
  <Words>450</Words>
  <Application>Microsoft Office PowerPoint</Application>
  <PresentationFormat>Widescreen</PresentationFormat>
  <Paragraphs>67</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Bank Marketing Analysis</vt:lpstr>
      <vt:lpstr>Introduction</vt:lpstr>
      <vt:lpstr>EDA Insights</vt:lpstr>
      <vt:lpstr>Models &amp; Performance</vt:lpstr>
      <vt:lpstr>Results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Ashel Munemo</dc:creator>
  <cp:lastModifiedBy>Ashel Munemo</cp:lastModifiedBy>
  <cp:revision>1</cp:revision>
  <dcterms:created xsi:type="dcterms:W3CDTF">2025-12-07T13:40:16Z</dcterms:created>
  <dcterms:modified xsi:type="dcterms:W3CDTF">2025-12-12T16:17:43Z</dcterms:modified>
</cp:coreProperties>
</file>